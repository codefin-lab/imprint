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057400"/>
            <a:ext cx="7071359" cy="1737360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4000" b="1" kern="1200">
                <a:solidFill>
                  <a:srgbClr val="1A202C"/>
                </a:solidFill>
                <a:latin typeface="Anuphan SemiBold"/>
                <a:ea typeface="Anuphan SemiBold"/>
                <a:cs typeface="Anuphan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931919"/>
            <a:ext cx="7071359" cy="118872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1800" b="0" kern="1200">
                <a:solidFill>
                  <a:srgbClr val="4A5568"/>
                </a:solidFill>
                <a:latin typeface="Sarabun"/>
                <a:ea typeface="Sarabun"/>
                <a:cs typeface="Sarabun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720" cy="8686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11094720" cy="48920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68880"/>
            <a:ext cx="11094720" cy="1371600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b="1" kern="1200">
                <a:solidFill>
                  <a:srgbClr val="FFFFFF"/>
                </a:solidFill>
                <a:latin typeface="Anuphan SemiBold"/>
                <a:ea typeface="Anuphan SemiBold"/>
                <a:cs typeface="Anuphan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3931920"/>
            <a:ext cx="11094720" cy="914400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1800" b="0" kern="1200">
                <a:solidFill>
                  <a:srgbClr val="A0AEC0"/>
                </a:solidFill>
                <a:latin typeface="Sarabun"/>
                <a:ea typeface="Sarabun"/>
                <a:cs typeface="Sarabun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720" cy="8686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463040"/>
            <a:ext cx="5387340" cy="48920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6020" y="1463040"/>
            <a:ext cx="5387340" cy="48920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720" cy="8686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720" cy="868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63040"/>
            <a:ext cx="11094720" cy="489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600" b="1" kern="1200">
          <a:solidFill>
            <a:srgbClr val="1A202C"/>
          </a:solidFill>
          <a:latin typeface="Anuphan SemiBold"/>
          <a:ea typeface="Anuphan SemiBold"/>
          <a:cs typeface="Anuphan SemiBold"/>
        </a:defRPr>
      </a:lvl1pPr>
    </p:titleStyle>
    <p:bodyStyle>
      <a:lvl1pPr marL="292608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800" b="0" kern="1200">
          <a:solidFill>
            <a:srgbClr val="1A202C"/>
          </a:solidFill>
          <a:latin typeface="Sarabun"/>
          <a:ea typeface="Sarabun"/>
          <a:cs typeface="Sarabun"/>
        </a:defRPr>
      </a:lvl1pPr>
      <a:lvl2pPr marL="585216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600" b="0" kern="1200">
          <a:solidFill>
            <a:srgbClr val="1A202C"/>
          </a:solidFill>
          <a:latin typeface="Sarabun"/>
          <a:ea typeface="Sarabun"/>
          <a:cs typeface="Sarabun"/>
        </a:defRPr>
      </a:lvl2pPr>
      <a:lvl3pPr marL="877824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3pPr>
      <a:lvl4pPr marL="1170432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4pPr>
      <a:lvl5pPr marL="1463040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5pPr>
      <a:lvl6pPr marL="1755648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6pPr>
      <a:lvl7pPr marL="2048256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7pPr>
      <a:lvl8pPr marL="2340864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8pPr>
      <a:lvl9pPr marL="2633472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Imprint">
      <a:dk1>
        <a:srgbClr val="1A202C"/>
      </a:dk1>
      <a:lt1>
        <a:srgbClr val="FFFFFF"/>
      </a:lt1>
      <a:dk2>
        <a:srgbClr val="4A5568"/>
      </a:dk2>
      <a:lt2>
        <a:srgbClr val="CBD5E0"/>
      </a:lt2>
      <a:accent1>
        <a:srgbClr val="2D3748"/>
      </a:accent1>
      <a:accent2>
        <a:srgbClr val="4A5568"/>
      </a:accent2>
      <a:accent3>
        <a:srgbClr val="718096"/>
      </a:accent3>
      <a:accent4>
        <a:srgbClr val="A0AEC0"/>
      </a:accent4>
      <a:accent5>
        <a:srgbClr val="2B6CB0"/>
      </a:accent5>
      <a:accent6>
        <a:srgbClr val="1A202C"/>
      </a:accent6>
      <a:hlink>
        <a:srgbClr val="2D3748"/>
      </a:hlink>
      <a:folHlink>
        <a:srgbClr val="4A5568"/>
      </a:folHlink>
    </a:clrScheme>
    <a:fontScheme name="Office">
      <a:majorFont>
        <a:latin typeface="Anuphan SemiBold"/>
        <a:ea typeface="Anuphan SemiBold"/>
        <a:cs typeface="Anuphan SemiBold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Thai" typeface="Anuphan SemiBold"/>
      </a:majorFont>
      <a:minorFont>
        <a:latin typeface="Sarabun"/>
        <a:ea typeface="Sarabun"/>
        <a:cs typeface="Sarabu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Thai" typeface="Sarab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Imprint Default</dc:title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