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2057400"/>
            <a:ext cx="7071359" cy="1737360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4000" b="1" kern="1200">
                <a:solidFill>
                  <a:srgbClr val="1A202C"/>
                </a:solidFill>
                <a:latin typeface="Anuphan SemiBold"/>
                <a:ea typeface="Anuphan SemiBold"/>
                <a:cs typeface="Anuphan Semi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3931919"/>
            <a:ext cx="7071359" cy="1188720"/>
          </a:xfr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1800" b="0" kern="1200">
                <a:solidFill>
                  <a:srgbClr val="4A5568"/>
                </a:solidFill>
                <a:latin typeface="Sarabun"/>
                <a:ea typeface="Sarabun"/>
                <a:cs typeface="Sarabun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720" cy="8686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463040"/>
            <a:ext cx="11094720" cy="48920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68880"/>
            <a:ext cx="11094720" cy="1371600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3600" b="1" kern="1200">
                <a:solidFill>
                  <a:srgbClr val="FFFFFF"/>
                </a:solidFill>
                <a:latin typeface="Anuphan SemiBold"/>
                <a:ea typeface="Anuphan SemiBold"/>
                <a:cs typeface="Anuphan Semi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3931920"/>
            <a:ext cx="11094720" cy="914400"/>
          </a:xfrm>
        </p:spPr>
        <p:txBody>
          <a:bodyPr anchor="t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1800" b="0" kern="1200">
                <a:solidFill>
                  <a:srgbClr val="A0AEC0"/>
                </a:solidFill>
                <a:latin typeface="Sarabun"/>
                <a:ea typeface="Sarabun"/>
                <a:cs typeface="Sarabun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720" cy="8686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0" y="1463040"/>
            <a:ext cx="5387340" cy="48920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6020" y="1463040"/>
            <a:ext cx="5387340" cy="48920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720" cy="8686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Title Only Dark"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720" cy="868680"/>
          </a:xfrm>
        </p:spPr>
        <p:txBody>
          <a:bodyPr anchor="b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sz="2600" b="1" kern="1200">
                <a:solidFill>
                  <a:srgbClr val="FFFFFF"/>
                </a:solidFill>
                <a:latin typeface="Anuphan SemiBold"/>
                <a:ea typeface="Anuphan SemiBold"/>
                <a:cs typeface="Anuphan SemiBol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11094720" cy="8686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40" y="1463040"/>
            <a:ext cx="11094720" cy="4892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  <p:sldLayoutId id="2147483656" r:id="rId8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2600" b="1" kern="1200">
          <a:solidFill>
            <a:srgbClr val="1A202C"/>
          </a:solidFill>
          <a:latin typeface="Anuphan SemiBold"/>
          <a:ea typeface="Anuphan SemiBold"/>
          <a:cs typeface="Anuphan SemiBold"/>
        </a:defRPr>
      </a:lvl1pPr>
    </p:titleStyle>
    <p:bodyStyle>
      <a:lvl1pPr marL="292608" indent="-292608" algn="l" defTabSz="914400" rtl="0" eaLnBrk="1" latinLnBrk="0" hangingPunct="1">
        <a:lnSpc>
          <a:spcPct val="110000"/>
        </a:lnSpc>
        <a:spcBef>
          <a:spcPts val="600"/>
        </a:spcBef>
        <a:buFont typeface="Arial"/>
        <a:buChar char="•"/>
        <a:defRPr sz="1800" b="0" kern="1200">
          <a:solidFill>
            <a:srgbClr val="1A202C"/>
          </a:solidFill>
          <a:latin typeface="Sarabun"/>
          <a:ea typeface="Sarabun"/>
          <a:cs typeface="Sarabun"/>
        </a:defRPr>
      </a:lvl1pPr>
      <a:lvl2pPr marL="585216" indent="-292608" algn="l" defTabSz="914400" rtl="0" eaLnBrk="1" latinLnBrk="0" hangingPunct="1">
        <a:lnSpc>
          <a:spcPct val="110000"/>
        </a:lnSpc>
        <a:spcBef>
          <a:spcPts val="600"/>
        </a:spcBef>
        <a:buFont typeface="Arial"/>
        <a:buChar char="•"/>
        <a:defRPr sz="1600" b="0" kern="1200">
          <a:solidFill>
            <a:srgbClr val="1A202C"/>
          </a:solidFill>
          <a:latin typeface="Sarabun"/>
          <a:ea typeface="Sarabun"/>
          <a:cs typeface="Sarabun"/>
        </a:defRPr>
      </a:lvl2pPr>
      <a:lvl3pPr marL="877824" indent="-292608" algn="l" defTabSz="914400" rtl="0" eaLnBrk="1" latinLnBrk="0" hangingPunct="1">
        <a:lnSpc>
          <a:spcPct val="110000"/>
        </a:lnSpc>
        <a:spcBef>
          <a:spcPts val="600"/>
        </a:spcBef>
        <a:buFont typeface="Arial"/>
        <a:buChar char="•"/>
        <a:defRPr sz="1400" b="0" kern="1200">
          <a:solidFill>
            <a:srgbClr val="1A202C"/>
          </a:solidFill>
          <a:latin typeface="Sarabun"/>
          <a:ea typeface="Sarabun"/>
          <a:cs typeface="Sarabun"/>
        </a:defRPr>
      </a:lvl3pPr>
      <a:lvl4pPr marL="1170432" indent="-292608" algn="l" defTabSz="914400" rtl="0" eaLnBrk="1" latinLnBrk="0" hangingPunct="1">
        <a:lnSpc>
          <a:spcPct val="110000"/>
        </a:lnSpc>
        <a:spcBef>
          <a:spcPts val="600"/>
        </a:spcBef>
        <a:buFont typeface="Arial"/>
        <a:buChar char="•"/>
        <a:defRPr sz="1400" b="0" kern="1200">
          <a:solidFill>
            <a:srgbClr val="1A202C"/>
          </a:solidFill>
          <a:latin typeface="Sarabun"/>
          <a:ea typeface="Sarabun"/>
          <a:cs typeface="Sarabun"/>
        </a:defRPr>
      </a:lvl4pPr>
      <a:lvl5pPr marL="1463040" indent="-292608" algn="l" defTabSz="914400" rtl="0" eaLnBrk="1" latinLnBrk="0" hangingPunct="1">
        <a:lnSpc>
          <a:spcPct val="110000"/>
        </a:lnSpc>
        <a:spcBef>
          <a:spcPts val="600"/>
        </a:spcBef>
        <a:buFont typeface="Arial"/>
        <a:buChar char="•"/>
        <a:defRPr sz="1400" b="0" kern="1200">
          <a:solidFill>
            <a:srgbClr val="1A202C"/>
          </a:solidFill>
          <a:latin typeface="Sarabun"/>
          <a:ea typeface="Sarabun"/>
          <a:cs typeface="Sarabun"/>
        </a:defRPr>
      </a:lvl5pPr>
      <a:lvl6pPr marL="1755648" indent="-292608" algn="l" defTabSz="914400" rtl="0" eaLnBrk="1" latinLnBrk="0" hangingPunct="1">
        <a:lnSpc>
          <a:spcPct val="110000"/>
        </a:lnSpc>
        <a:spcBef>
          <a:spcPts val="600"/>
        </a:spcBef>
        <a:buFont typeface="Arial"/>
        <a:buChar char="•"/>
        <a:defRPr sz="1400" b="0" kern="1200">
          <a:solidFill>
            <a:srgbClr val="1A202C"/>
          </a:solidFill>
          <a:latin typeface="Sarabun"/>
          <a:ea typeface="Sarabun"/>
          <a:cs typeface="Sarabun"/>
        </a:defRPr>
      </a:lvl6pPr>
      <a:lvl7pPr marL="2048256" indent="-292608" algn="l" defTabSz="914400" rtl="0" eaLnBrk="1" latinLnBrk="0" hangingPunct="1">
        <a:lnSpc>
          <a:spcPct val="110000"/>
        </a:lnSpc>
        <a:spcBef>
          <a:spcPts val="600"/>
        </a:spcBef>
        <a:buFont typeface="Arial"/>
        <a:buChar char="•"/>
        <a:defRPr sz="1400" b="0" kern="1200">
          <a:solidFill>
            <a:srgbClr val="1A202C"/>
          </a:solidFill>
          <a:latin typeface="Sarabun"/>
          <a:ea typeface="Sarabun"/>
          <a:cs typeface="Sarabun"/>
        </a:defRPr>
      </a:lvl7pPr>
      <a:lvl8pPr marL="2340864" indent="-292608" algn="l" defTabSz="914400" rtl="0" eaLnBrk="1" latinLnBrk="0" hangingPunct="1">
        <a:lnSpc>
          <a:spcPct val="110000"/>
        </a:lnSpc>
        <a:spcBef>
          <a:spcPts val="600"/>
        </a:spcBef>
        <a:buFont typeface="Arial"/>
        <a:buChar char="•"/>
        <a:defRPr sz="1400" b="0" kern="1200">
          <a:solidFill>
            <a:srgbClr val="1A202C"/>
          </a:solidFill>
          <a:latin typeface="Sarabun"/>
          <a:ea typeface="Sarabun"/>
          <a:cs typeface="Sarabun"/>
        </a:defRPr>
      </a:lvl8pPr>
      <a:lvl9pPr marL="2633472" indent="-292608" algn="l" defTabSz="914400" rtl="0" eaLnBrk="1" latinLnBrk="0" hangingPunct="1">
        <a:lnSpc>
          <a:spcPct val="110000"/>
        </a:lnSpc>
        <a:spcBef>
          <a:spcPts val="600"/>
        </a:spcBef>
        <a:buFont typeface="Arial"/>
        <a:buChar char="•"/>
        <a:defRPr sz="1400" b="0" kern="1200">
          <a:solidFill>
            <a:srgbClr val="1A202C"/>
          </a:solidFill>
          <a:latin typeface="Sarabun"/>
          <a:ea typeface="Sarabun"/>
          <a:cs typeface="Sarabun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Imprint">
      <a:dk1>
        <a:srgbClr val="1A202C"/>
      </a:dk1>
      <a:lt1>
        <a:srgbClr val="FFFFFF"/>
      </a:lt1>
      <a:dk2>
        <a:srgbClr val="4A5568"/>
      </a:dk2>
      <a:lt2>
        <a:srgbClr val="CBD5E0"/>
      </a:lt2>
      <a:accent1>
        <a:srgbClr val="2D3748"/>
      </a:accent1>
      <a:accent2>
        <a:srgbClr val="4A5568"/>
      </a:accent2>
      <a:accent3>
        <a:srgbClr val="718096"/>
      </a:accent3>
      <a:accent4>
        <a:srgbClr val="A0AEC0"/>
      </a:accent4>
      <a:accent5>
        <a:srgbClr val="2B6CB0"/>
      </a:accent5>
      <a:accent6>
        <a:srgbClr val="1A202C"/>
      </a:accent6>
      <a:hlink>
        <a:srgbClr val="2D3748"/>
      </a:hlink>
      <a:folHlink>
        <a:srgbClr val="4A5568"/>
      </a:folHlink>
    </a:clrScheme>
    <a:fontScheme name="Office">
      <a:majorFont>
        <a:latin typeface="Anuphan SemiBold"/>
        <a:ea typeface="Anuphan SemiBold"/>
        <a:cs typeface="Anuphan SemiBold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Thai" typeface="Anuphan SemiBold"/>
      </a:majorFont>
      <a:minorFont>
        <a:latin typeface="Sarabun"/>
        <a:ea typeface="Sarabun"/>
        <a:cs typeface="Sarabun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Thai" typeface="Sarabu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Imprint Default</dc:title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